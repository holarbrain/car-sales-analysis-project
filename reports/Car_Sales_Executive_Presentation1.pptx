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97680"/>
            <a:ext cx="4114800" cy="411480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2468880" cy="2468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• PYTHON + POWER BI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Sales Analytics Project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150 transactions into an executive-ready growth story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 Olamide Abdulrazaq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 and what it set out to solve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74920" cy="36576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777240" cy="7772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icons/icon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423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200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" y="35021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data, no direction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408736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raw car sales transactions sat unused — no clear view of what was actually driving revenue, demand, or delivery performance.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074920" cy="3657600"/>
          </a:xfrm>
          <a:prstGeom prst="roundRect">
            <a:avLst>
              <a:gd name="adj" fmla="val 3000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240280"/>
            <a:ext cx="777240" cy="77724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2" name="Image 1" descr="icons/icon_sol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423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2004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629400" y="350215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data, clear signal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29400" y="408736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pipeline of data cleaning, statistical analysis, and an interactive Power BI dashboard — turning raw rows into decisions leadership can act on.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data behind every insight in this deck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pic>
        <p:nvPicPr>
          <p:cNvPr id="5" name="Image 0" descr="icons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28600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35387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55848" y="196596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pic>
        <p:nvPicPr>
          <p:cNvPr id="9" name="Image 1" descr="icons/icon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86000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5848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3355848" y="35387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80176" y="196596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pic>
        <p:nvPicPr>
          <p:cNvPr id="13" name="Image 2" descr="icons/icon_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286000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0176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5980176" y="35387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604504" y="1965960"/>
            <a:ext cx="2487168" cy="2103120"/>
          </a:xfrm>
          <a:prstGeom prst="roundRect">
            <a:avLst>
              <a:gd name="adj" fmla="val 434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pic>
        <p:nvPicPr>
          <p:cNvPr id="17" name="Image 3" descr="icons/icon_fu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2286000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04504" y="2926080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9" name="Text 13"/>
          <p:cNvSpPr/>
          <p:nvPr/>
        </p:nvSpPr>
        <p:spPr>
          <a:xfrm>
            <a:off x="8604504" y="35387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73152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31520" y="4800600"/>
            <a:ext cx="10744200" cy="1234440"/>
          </a:xfrm>
          <a:prstGeom prst="roundRect">
            <a:avLst>
              <a:gd name="adj" fmla="val 7407"/>
            </a:avLst>
          </a:prstGeom>
          <a:solidFill>
            <a:srgbClr val="1B2A55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1051560" y="4956048"/>
            <a:ext cx="303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51560" y="5321808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632960" y="4956048"/>
            <a:ext cx="303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4632960" y="5321808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dashboarding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12920" y="4956048"/>
            <a:ext cx="0" cy="822960"/>
          </a:xfrm>
          <a:prstGeom prst="line">
            <a:avLst/>
          </a:prstGeom>
          <a:noFill/>
          <a:ln w="12700">
            <a:solidFill>
              <a:srgbClr val="3B4A7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14360" y="4956048"/>
            <a:ext cx="303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Analysis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214360" y="5321808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driver detection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894320" y="4956048"/>
            <a:ext cx="0" cy="822960"/>
          </a:xfrm>
          <a:prstGeom prst="line">
            <a:avLst/>
          </a:prstGeom>
          <a:noFill/>
          <a:ln w="12700">
            <a:solidFill>
              <a:srgbClr val="3B4A7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numbers leadership cares about most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3624" y="2377440"/>
            <a:ext cx="822960" cy="822960"/>
          </a:xfrm>
          <a:prstGeom prst="ellipse">
            <a:avLst/>
          </a:prstGeom>
          <a:solidFill>
            <a:srgbClr val="1B2A55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6" name="Image 0" descr="icons/icon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5511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$61.09M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68680" y="42519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87952" y="2377440"/>
            <a:ext cx="822960" cy="822960"/>
          </a:xfrm>
          <a:prstGeom prst="ellipse">
            <a:avLst/>
          </a:prstGeom>
          <a:solidFill>
            <a:srgbClr val="1B2A55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1" name="Image 1" descr="icons/icon_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5511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3429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1,488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3493008" y="42519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0176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12280" y="2377440"/>
            <a:ext cx="822960" cy="822960"/>
          </a:xfrm>
          <a:prstGeom prst="ellipse">
            <a:avLst/>
          </a:prstGeom>
          <a:solidFill>
            <a:srgbClr val="1B2A55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6" name="Image 2" descr="icons/icon_t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25511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0176" y="3429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$39.6K</a:t>
            </a:r>
            <a:endParaRPr lang="en-US" sz="2700" dirty="0"/>
          </a:p>
        </p:txBody>
      </p:sp>
      <p:sp>
        <p:nvSpPr>
          <p:cNvPr id="18" name="Text 13"/>
          <p:cNvSpPr/>
          <p:nvPr/>
        </p:nvSpPr>
        <p:spPr>
          <a:xfrm>
            <a:off x="6117336" y="42519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04504" y="1965960"/>
            <a:ext cx="2487168" cy="3566160"/>
          </a:xfrm>
          <a:prstGeom prst="roundRect">
            <a:avLst>
              <a:gd name="adj" fmla="val 4412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36608" y="2377440"/>
            <a:ext cx="822960" cy="822960"/>
          </a:xfrm>
          <a:prstGeom prst="ellipse">
            <a:avLst/>
          </a:prstGeom>
          <a:solidFill>
            <a:srgbClr val="1B2A55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1" name="Image 3" descr="icons/icon_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255117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04504" y="3429000"/>
            <a:ext cx="248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days</a:t>
            </a:r>
            <a:endParaRPr lang="en-US" sz="2700" dirty="0"/>
          </a:p>
        </p:txBody>
      </p:sp>
      <p:sp>
        <p:nvSpPr>
          <p:cNvPr id="23" name="Text 17"/>
          <p:cNvSpPr/>
          <p:nvPr/>
        </p:nvSpPr>
        <p:spPr>
          <a:xfrm>
            <a:off x="8741664" y="425196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50" kern="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Power BI view — revenue, volume, and delivery in one screen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51878" y="1371600"/>
            <a:ext cx="9087939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pic>
        <p:nvPicPr>
          <p:cNvPr id="5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038" y="1508760"/>
            <a:ext cx="8813619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brands, fuel types, and regions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685800" cy="6858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icons/icon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0724" y="23637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DriveMax leads revenue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20240" y="2624328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DriveMax outsells every other brand in total revenue generated across the period.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94560"/>
            <a:ext cx="685800" cy="6858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1" name="Image 1" descr="icons/icon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844" y="236372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48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leads the market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52360" y="2624328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 are the top-performing fuel type by sales volume.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480560"/>
            <a:ext cx="685800" cy="6858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icons/icon_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" y="464972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434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region is strongest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920240" y="4910328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region outperforms all other regions in total sales.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480560"/>
            <a:ext cx="685800" cy="68580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21" name="Image 3" descr="icons/icon_chart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46497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348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drives revenue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2360" y="4910328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more than price per unit, is the strongest driver of total revenue.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 to turn insight into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96596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EV inventory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25877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electric vehicle stock to meet proven demand leadership.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9808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Central region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25877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marketing and stock allocation where sales are strongest.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023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965960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South performance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450799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underperformance and pilot targeted regional promotions.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074920" cy="1691640"/>
          </a:xfrm>
          <a:prstGeom prst="roundRect">
            <a:avLst>
              <a:gd name="adj" fmla="val 5405"/>
            </a:avLst>
          </a:prstGeom>
          <a:solidFill>
            <a:srgbClr val="121D3D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0233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98080" y="40233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delivery below 5 days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0" y="450799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logistics to close the gap from today's 7.3-day average.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changes for the business, day to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337560" cy="3657600"/>
          </a:xfrm>
          <a:prstGeom prst="roundRect">
            <a:avLst>
              <a:gd name="adj" fmla="val 328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240280"/>
            <a:ext cx="822960" cy="82296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6" name="Image 0" descr="icons/icon_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24140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analysis-ready dataset free of errors and inconsistencies.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337560" cy="3657600"/>
          </a:xfrm>
          <a:prstGeom prst="roundRect">
            <a:avLst>
              <a:gd name="adj" fmla="val 328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240280"/>
            <a:ext cx="822960" cy="82296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1" name="Image 1" descr="icons/icon_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24140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Reporting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947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Power BI dashboard leadership can explore on demand.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337560" cy="3657600"/>
          </a:xfrm>
          <a:prstGeom prst="roundRect">
            <a:avLst>
              <a:gd name="adj" fmla="val 3288"/>
            </a:avLst>
          </a:prstGeom>
          <a:solidFill>
            <a:srgbClr val="F2F4F9"/>
          </a:solidFill>
          <a:ln/>
          <a:effectLst>
            <a:outerShdw sx="100000" sy="100000" kx="0" ky="0" algn="bl" rotWithShape="0" blurRad="101600" dist="38100" dir="5400000">
              <a:srgbClr val="1B2A5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04020" y="2240280"/>
            <a:ext cx="822960" cy="822960"/>
          </a:xfrm>
          <a:prstGeom prst="ellipse">
            <a:avLst/>
          </a:prstGeom>
          <a:solidFill>
            <a:srgbClr val="1B2A55"/>
          </a:solidFill>
          <a:ln/>
        </p:spPr>
      </p:sp>
      <p:pic>
        <p:nvPicPr>
          <p:cNvPr id="16" name="Image 2" descr="icons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7756" y="241401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91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Decisions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379476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surface in minutes instead of days, speeding up strategy.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ANALYTICS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21D3D"/>
          </a:solidFill>
          <a:ln/>
        </p:spPr>
      </p:sp>
      <p:pic>
        <p:nvPicPr>
          <p:cNvPr id="3" name="Image 0" descr="icons/icon_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1945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310896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full end-to-end analytics workflow — from raw transactions to a clean dataset, statistical insight, and an executive-ready Power BI dashboard that turns data into decisions.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480560"/>
            <a:ext cx="10058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 Olamide Abdulrazaq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Analytics Project</dc:title>
  <dc:subject>PptxGenJS Presentation</dc:subject>
  <dc:creator>Ismail Olamide Abdulrazaq</dc:creator>
  <cp:lastModifiedBy>Ismail Olamide Abdulrazaq</cp:lastModifiedBy>
  <cp:revision>1</cp:revision>
  <dcterms:created xsi:type="dcterms:W3CDTF">2026-07-06T10:05:51Z</dcterms:created>
  <dcterms:modified xsi:type="dcterms:W3CDTF">2026-07-06T10:05:51Z</dcterms:modified>
</cp:coreProperties>
</file>